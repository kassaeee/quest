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05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89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56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111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265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285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133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78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769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130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061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980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836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351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878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506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4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48302-8451-4236-BDAC-A3AD15D231CA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3F368-98A1-4E76-98BC-6B8429BD37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53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8829F-D11C-4A46-9D69-7D134B86C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ШІ у 2026році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E3126-C602-48B7-A56C-FC29C149B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Чехов Кіріл ІПЗ-25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33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37702-387C-4ADF-AB3E-BC52B011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753" y="540255"/>
            <a:ext cx="8610600" cy="1293028"/>
          </a:xfrm>
        </p:spPr>
        <p:txBody>
          <a:bodyPr/>
          <a:lstStyle/>
          <a:p>
            <a:r>
              <a:rPr lang="uk-UA" dirty="0"/>
              <a:t>ШІ у  </a:t>
            </a:r>
            <a:r>
              <a:rPr lang="uk-UA" dirty="0" err="1"/>
              <a:t>Геймдеві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211AA4-9347-42DC-9C3F-6114C6F3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024" y="2160494"/>
            <a:ext cx="5670175" cy="293145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 </a:t>
            </a:r>
            <a:r>
              <a:rPr lang="ru-RU" dirty="0" err="1"/>
              <a:t>нещодавньому</a:t>
            </a:r>
            <a:r>
              <a:rPr lang="ru-RU" dirty="0"/>
              <a:t> </a:t>
            </a:r>
            <a:r>
              <a:rPr lang="ru-RU" dirty="0" err="1"/>
              <a:t>оновленні</a:t>
            </a:r>
            <a:r>
              <a:rPr lang="ru-RU" dirty="0"/>
              <a:t> </a:t>
            </a:r>
            <a:r>
              <a:rPr lang="en-US" dirty="0"/>
              <a:t>Unreal Engine 5.7 </a:t>
            </a:r>
            <a:r>
              <a:rPr lang="ru-RU" dirty="0"/>
              <a:t>додали </a:t>
            </a:r>
            <a:r>
              <a:rPr lang="ru-RU" dirty="0" err="1"/>
              <a:t>вбудований</a:t>
            </a:r>
            <a:r>
              <a:rPr lang="ru-RU" dirty="0"/>
              <a:t> ШІ. На жаль, зараз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як </a:t>
            </a:r>
            <a:r>
              <a:rPr lang="ru-RU" dirty="0" err="1"/>
              <a:t>звичайнісінький</a:t>
            </a:r>
            <a:r>
              <a:rPr lang="ru-RU" dirty="0"/>
              <a:t> </a:t>
            </a:r>
            <a:r>
              <a:rPr lang="en-US" dirty="0"/>
              <a:t>LLM-</a:t>
            </a:r>
            <a:r>
              <a:rPr lang="ru-RU" dirty="0"/>
              <a:t>чат і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 </a:t>
            </a:r>
            <a:r>
              <a:rPr lang="ru-RU" dirty="0" err="1"/>
              <a:t>переглядати</a:t>
            </a:r>
            <a:r>
              <a:rPr lang="ru-RU" dirty="0"/>
              <a:t> </a:t>
            </a:r>
            <a:r>
              <a:rPr lang="ru-RU" dirty="0" err="1"/>
              <a:t>файли</a:t>
            </a:r>
            <a:r>
              <a:rPr lang="ru-RU" dirty="0"/>
              <a:t> </a:t>
            </a:r>
            <a:r>
              <a:rPr lang="ru-RU" dirty="0" err="1"/>
              <a:t>проєкту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код. </a:t>
            </a:r>
            <a:r>
              <a:rPr lang="ru-RU" dirty="0" err="1"/>
              <a:t>Проте</a:t>
            </a:r>
            <a:r>
              <a:rPr lang="ru-RU" dirty="0"/>
              <a:t>, на мою думку,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</a:t>
            </a:r>
            <a:r>
              <a:rPr lang="ru-RU" dirty="0" err="1"/>
              <a:t>прогрес</a:t>
            </a:r>
            <a:r>
              <a:rPr lang="ru-RU" dirty="0"/>
              <a:t>. У </a:t>
            </a:r>
            <a:r>
              <a:rPr lang="ru-RU" dirty="0" err="1"/>
              <a:t>майбутньому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стане </a:t>
            </a:r>
            <a:r>
              <a:rPr lang="ru-RU" dirty="0" err="1"/>
              <a:t>дійсно</a:t>
            </a:r>
            <a:r>
              <a:rPr lang="ru-RU" dirty="0"/>
              <a:t> </a:t>
            </a:r>
            <a:r>
              <a:rPr lang="ru-RU" dirty="0" err="1"/>
              <a:t>корисним</a:t>
            </a:r>
            <a:r>
              <a:rPr lang="ru-RU" dirty="0"/>
              <a:t> </a:t>
            </a:r>
            <a:r>
              <a:rPr lang="ru-RU" dirty="0" err="1"/>
              <a:t>інструментом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пришвидшить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 </a:t>
            </a:r>
            <a:r>
              <a:rPr lang="ru-RU" dirty="0" err="1"/>
              <a:t>ігор</a:t>
            </a:r>
            <a:r>
              <a:rPr lang="ru-RU" dirty="0"/>
              <a:t>.</a:t>
            </a:r>
          </a:p>
        </p:txBody>
      </p:sp>
      <p:pic>
        <p:nvPicPr>
          <p:cNvPr id="1026" name="Picture 2" descr="Unreal Engine 5.7 is now available - Unreal Engine">
            <a:extLst>
              <a:ext uri="{FF2B5EF4-FFF2-40B4-BE49-F238E27FC236}">
                <a16:creationId xmlns:a16="http://schemas.microsoft.com/office/drawing/2014/main" id="{193F0CAA-2369-41C9-8429-5C5D06150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26" y="858304"/>
            <a:ext cx="4889054" cy="257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real Engine 5.7 NEW AI Assistant Plugin Tutorial - YouTube">
            <a:extLst>
              <a:ext uri="{FF2B5EF4-FFF2-40B4-BE49-F238E27FC236}">
                <a16:creationId xmlns:a16="http://schemas.microsoft.com/office/drawing/2014/main" id="{3805F06F-8FE1-4CAB-9D79-DE11D0573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4" y="3760919"/>
            <a:ext cx="4737846" cy="266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06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574CE-6D71-4666-840F-63A45CAA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164" y="764373"/>
            <a:ext cx="7230035" cy="1293028"/>
          </a:xfrm>
        </p:spPr>
        <p:txBody>
          <a:bodyPr/>
          <a:lstStyle/>
          <a:p>
            <a:r>
              <a:rPr lang="uk-UA" dirty="0"/>
              <a:t>Комфортніший геймінг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C8A06-77A3-4C39-8F9C-A2938A54A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5152" y="2194560"/>
            <a:ext cx="7481047" cy="4024125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/>
              <a:t>Гравці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отримали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 для </a:t>
            </a:r>
            <a:r>
              <a:rPr lang="ru-RU" dirty="0" err="1"/>
              <a:t>гри</a:t>
            </a:r>
            <a:r>
              <a:rPr lang="ru-RU" dirty="0"/>
              <a:t> на ультра-</a:t>
            </a:r>
            <a:r>
              <a:rPr lang="ru-RU" dirty="0" err="1"/>
              <a:t>налаштуваннях</a:t>
            </a:r>
            <a:r>
              <a:rPr lang="ru-RU" dirty="0"/>
              <a:t>. </a:t>
            </a:r>
            <a:r>
              <a:rPr lang="en-US" dirty="0"/>
              <a:t>NVIDIA </a:t>
            </a:r>
            <a:r>
              <a:rPr lang="ru-RU" dirty="0" err="1"/>
              <a:t>випустила</a:t>
            </a:r>
            <a:r>
              <a:rPr lang="ru-RU" dirty="0"/>
              <a:t> </a:t>
            </a:r>
            <a:r>
              <a:rPr lang="en-US" b="1" dirty="0"/>
              <a:t>DLSS 4.5</a:t>
            </a:r>
            <a:r>
              <a:rPr lang="en-US" dirty="0"/>
              <a:t>, </a:t>
            </a:r>
            <a:r>
              <a:rPr lang="ru-RU" dirty="0"/>
              <a:t>де </a:t>
            </a:r>
            <a:r>
              <a:rPr lang="ru-RU" dirty="0" err="1"/>
              <a:t>ключовою</a:t>
            </a:r>
            <a:r>
              <a:rPr lang="ru-RU" dirty="0"/>
              <a:t> </a:t>
            </a:r>
            <a:r>
              <a:rPr lang="ru-RU" dirty="0" err="1"/>
              <a:t>інновацією</a:t>
            </a:r>
            <a:r>
              <a:rPr lang="ru-RU" dirty="0"/>
              <a:t> стала </a:t>
            </a:r>
            <a:r>
              <a:rPr lang="ru-RU" dirty="0" err="1"/>
              <a:t>технологія</a:t>
            </a:r>
            <a:r>
              <a:rPr lang="ru-RU" dirty="0"/>
              <a:t> </a:t>
            </a:r>
            <a:r>
              <a:rPr lang="ru-RU" b="1" dirty="0"/>
              <a:t>6</a:t>
            </a:r>
            <a:r>
              <a:rPr lang="en-US" b="1" dirty="0"/>
              <a:t>x Multi-Frame Generation</a:t>
            </a:r>
            <a:r>
              <a:rPr lang="en-US" dirty="0"/>
              <a:t>. </a:t>
            </a:r>
            <a:r>
              <a:rPr lang="ru-RU" dirty="0" err="1"/>
              <a:t>Тепер</a:t>
            </a:r>
            <a:r>
              <a:rPr lang="ru-RU" dirty="0"/>
              <a:t> ШІ </a:t>
            </a:r>
            <a:r>
              <a:rPr lang="ru-RU" dirty="0" err="1"/>
              <a:t>генерує</a:t>
            </a:r>
            <a:r>
              <a:rPr lang="ru-RU" dirty="0"/>
              <a:t> до 6 </a:t>
            </a:r>
            <a:r>
              <a:rPr lang="ru-RU" dirty="0" err="1"/>
              <a:t>додаткових</a:t>
            </a:r>
            <a:r>
              <a:rPr lang="ru-RU" dirty="0"/>
              <a:t> </a:t>
            </a:r>
            <a:r>
              <a:rPr lang="ru-RU" dirty="0" err="1"/>
              <a:t>кадрів</a:t>
            </a:r>
            <a:r>
              <a:rPr lang="ru-RU" dirty="0"/>
              <a:t> на один </a:t>
            </a:r>
            <a:r>
              <a:rPr lang="ru-RU" dirty="0" err="1"/>
              <a:t>реальний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досягати</a:t>
            </a:r>
            <a:r>
              <a:rPr lang="ru-RU" dirty="0"/>
              <a:t> </a:t>
            </a:r>
            <a:r>
              <a:rPr lang="ru-RU" dirty="0" err="1"/>
              <a:t>неймовірної</a:t>
            </a:r>
            <a:r>
              <a:rPr lang="ru-RU" dirty="0"/>
              <a:t> </a:t>
            </a:r>
            <a:r>
              <a:rPr lang="ru-RU" dirty="0" err="1"/>
              <a:t>плавності</a:t>
            </a:r>
            <a:r>
              <a:rPr lang="ru-RU" dirty="0"/>
              <a:t> </a:t>
            </a:r>
            <a:r>
              <a:rPr lang="ru-RU" dirty="0" err="1"/>
              <a:t>навіть</a:t>
            </a:r>
            <a:r>
              <a:rPr lang="ru-RU" dirty="0"/>
              <a:t> у </a:t>
            </a:r>
            <a:r>
              <a:rPr lang="ru-RU" dirty="0" err="1"/>
              <a:t>найважчих</a:t>
            </a:r>
            <a:r>
              <a:rPr lang="ru-RU" dirty="0"/>
              <a:t> </a:t>
            </a:r>
            <a:r>
              <a:rPr lang="ru-RU" dirty="0" err="1"/>
              <a:t>іграх</a:t>
            </a:r>
            <a:r>
              <a:rPr lang="ru-RU" dirty="0"/>
              <a:t>.</a:t>
            </a:r>
          </a:p>
          <a:p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кадри стали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чіткішими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новій</a:t>
            </a:r>
            <a:r>
              <a:rPr lang="ru-RU" dirty="0"/>
              <a:t> </a:t>
            </a:r>
            <a:r>
              <a:rPr lang="ru-RU" dirty="0" err="1"/>
              <a:t>архітектурі</a:t>
            </a:r>
            <a:r>
              <a:rPr lang="ru-RU" dirty="0"/>
              <a:t> </a:t>
            </a:r>
            <a:r>
              <a:rPr lang="en-US" b="1" dirty="0"/>
              <a:t>Transformer (2-</a:t>
            </a:r>
            <a:r>
              <a:rPr lang="ru-RU" b="1" dirty="0"/>
              <a:t>го </a:t>
            </a:r>
            <a:r>
              <a:rPr lang="ru-RU" b="1" dirty="0" err="1"/>
              <a:t>покоління</a:t>
            </a:r>
            <a:r>
              <a:rPr lang="ru-RU" b="1" dirty="0"/>
              <a:t>)</a:t>
            </a:r>
            <a:r>
              <a:rPr lang="ru-RU" dirty="0"/>
              <a:t> </a:t>
            </a:r>
            <a:r>
              <a:rPr lang="ru-RU" dirty="0" err="1"/>
              <a:t>вдалося</a:t>
            </a:r>
            <a:r>
              <a:rPr lang="ru-RU" dirty="0"/>
              <a:t> </a:t>
            </a:r>
            <a:r>
              <a:rPr lang="ru-RU" dirty="0" err="1"/>
              <a:t>майже</a:t>
            </a:r>
            <a:r>
              <a:rPr lang="ru-RU" dirty="0"/>
              <a:t>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позбутися</a:t>
            </a:r>
            <a:r>
              <a:rPr lang="ru-RU" dirty="0"/>
              <a:t> «</a:t>
            </a:r>
            <a:r>
              <a:rPr lang="ru-RU" dirty="0" err="1"/>
              <a:t>гостінгу</a:t>
            </a:r>
            <a:r>
              <a:rPr lang="ru-RU" dirty="0"/>
              <a:t>» (</a:t>
            </a:r>
            <a:r>
              <a:rPr lang="ru-RU" dirty="0" err="1"/>
              <a:t>шлейфів</a:t>
            </a:r>
            <a:r>
              <a:rPr lang="ru-RU" dirty="0"/>
              <a:t>).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раніше</a:t>
            </a:r>
            <a:r>
              <a:rPr lang="ru-RU" dirty="0"/>
              <a:t> за </a:t>
            </a:r>
            <a:r>
              <a:rPr lang="ru-RU" dirty="0" err="1"/>
              <a:t>птахом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летить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за </a:t>
            </a:r>
            <a:r>
              <a:rPr lang="ru-RU" dirty="0" err="1"/>
              <a:t>падаючим</a:t>
            </a:r>
            <a:r>
              <a:rPr lang="ru-RU" dirty="0"/>
              <a:t> </a:t>
            </a:r>
            <a:r>
              <a:rPr lang="ru-RU" dirty="0" err="1"/>
              <a:t>листям</a:t>
            </a:r>
            <a:r>
              <a:rPr lang="ru-RU" dirty="0"/>
              <a:t> </a:t>
            </a:r>
            <a:r>
              <a:rPr lang="ru-RU" dirty="0" err="1"/>
              <a:t>залишався</a:t>
            </a:r>
            <a:r>
              <a:rPr lang="ru-RU" dirty="0"/>
              <a:t> </a:t>
            </a:r>
            <a:r>
              <a:rPr lang="ru-RU" dirty="0" err="1"/>
              <a:t>помітний</a:t>
            </a:r>
            <a:r>
              <a:rPr lang="ru-RU" dirty="0"/>
              <a:t> </a:t>
            </a:r>
            <a:r>
              <a:rPr lang="ru-RU" dirty="0" err="1"/>
              <a:t>слід</a:t>
            </a:r>
            <a:r>
              <a:rPr lang="ru-RU" dirty="0"/>
              <a:t>, то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 </a:t>
            </a:r>
            <a:r>
              <a:rPr lang="ru-RU" dirty="0" err="1"/>
              <a:t>залишається</a:t>
            </a:r>
            <a:r>
              <a:rPr lang="ru-RU" dirty="0"/>
              <a:t> </a:t>
            </a:r>
            <a:r>
              <a:rPr lang="ru-RU" dirty="0" err="1"/>
              <a:t>стабільним</a:t>
            </a:r>
            <a:r>
              <a:rPr lang="ru-RU" dirty="0"/>
              <a:t> та чистим.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наочно</a:t>
            </a:r>
            <a:r>
              <a:rPr lang="ru-RU" dirty="0"/>
              <a:t> </a:t>
            </a:r>
            <a:r>
              <a:rPr lang="ru-RU" dirty="0" err="1"/>
              <a:t>демонструє</a:t>
            </a:r>
            <a:r>
              <a:rPr lang="ru-RU" dirty="0"/>
              <a:t> </a:t>
            </a:r>
            <a:r>
              <a:rPr lang="ru-RU" dirty="0" err="1"/>
              <a:t>прагнення</a:t>
            </a:r>
            <a:r>
              <a:rPr lang="ru-RU" dirty="0"/>
              <a:t> </a:t>
            </a:r>
            <a:r>
              <a:rPr lang="ru-RU" dirty="0" err="1"/>
              <a:t>індустрії</a:t>
            </a:r>
            <a:r>
              <a:rPr lang="ru-RU" dirty="0"/>
              <a:t> </a:t>
            </a:r>
            <a:r>
              <a:rPr lang="ru-RU" dirty="0" err="1"/>
              <a:t>глибше</a:t>
            </a:r>
            <a:r>
              <a:rPr lang="ru-RU" dirty="0"/>
              <a:t> </a:t>
            </a:r>
            <a:r>
              <a:rPr lang="ru-RU" dirty="0" err="1"/>
              <a:t>впроваджувати</a:t>
            </a:r>
            <a:r>
              <a:rPr lang="ru-RU" dirty="0"/>
              <a:t> ШІ як у </a:t>
            </a:r>
            <a:r>
              <a:rPr lang="ru-RU" dirty="0" err="1"/>
              <a:t>геймінг</a:t>
            </a:r>
            <a:r>
              <a:rPr lang="ru-RU" dirty="0"/>
              <a:t>, так і в </a:t>
            </a:r>
            <a:r>
              <a:rPr lang="ru-RU" dirty="0" err="1"/>
              <a:t>геймдев</a:t>
            </a:r>
            <a:r>
              <a:rPr lang="ru-RU" dirty="0"/>
              <a:t>, </a:t>
            </a:r>
            <a:r>
              <a:rPr lang="ru-RU" dirty="0" err="1"/>
              <a:t>роблячи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ефективнішим</a:t>
            </a:r>
            <a:r>
              <a:rPr lang="ru-RU" dirty="0"/>
              <a:t>, а </a:t>
            </a:r>
            <a:r>
              <a:rPr lang="ru-RU" dirty="0" err="1"/>
              <a:t>досвід</a:t>
            </a:r>
            <a:r>
              <a:rPr lang="ru-RU" dirty="0"/>
              <a:t> </a:t>
            </a:r>
            <a:r>
              <a:rPr lang="ru-RU" dirty="0" err="1"/>
              <a:t>гравця</a:t>
            </a:r>
            <a:r>
              <a:rPr lang="ru-RU" dirty="0"/>
              <a:t> — </a:t>
            </a:r>
            <a:r>
              <a:rPr lang="ru-RU" dirty="0" err="1"/>
              <a:t>комфортнішим</a:t>
            </a:r>
            <a:r>
              <a:rPr lang="ru-RU" dirty="0"/>
              <a:t>.</a:t>
            </a:r>
          </a:p>
          <a:p>
            <a:endParaRPr lang="ru-RU" b="1" dirty="0"/>
          </a:p>
        </p:txBody>
      </p:sp>
      <p:pic>
        <p:nvPicPr>
          <p:cNvPr id="2050" name="Picture 2" descr="NVIDIA офіційно представила DLSS 4.5 із 6× Frame Generation та новою  ІІ-моделлю">
            <a:extLst>
              <a:ext uri="{FF2B5EF4-FFF2-40B4-BE49-F238E27FC236}">
                <a16:creationId xmlns:a16="http://schemas.microsoft.com/office/drawing/2014/main" id="{3565C52F-A9BD-45BF-817E-2F3A2090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846567"/>
            <a:ext cx="4276164" cy="222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503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35D17-FD49-441A-8FEB-98FE65BD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ШІ у житті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674D88-10BF-4617-B010-C2AACAAC8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88" y="2194560"/>
            <a:ext cx="6575612" cy="4024125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/>
              <a:t>Темпи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генеративного ШІ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прискорюються</a:t>
            </a:r>
            <a:r>
              <a:rPr lang="ru-RU" dirty="0"/>
              <a:t> через </a:t>
            </a:r>
            <a:r>
              <a:rPr lang="ru-RU" dirty="0" err="1"/>
              <a:t>жорстку</a:t>
            </a:r>
            <a:r>
              <a:rPr lang="ru-RU" dirty="0"/>
              <a:t> </a:t>
            </a:r>
            <a:r>
              <a:rPr lang="ru-RU" dirty="0" err="1"/>
              <a:t>конкуренцію</a:t>
            </a:r>
            <a:r>
              <a:rPr lang="ru-RU" dirty="0"/>
              <a:t>. </a:t>
            </a:r>
            <a:r>
              <a:rPr lang="ru-RU" dirty="0" err="1"/>
              <a:t>Компанії</a:t>
            </a:r>
            <a:r>
              <a:rPr lang="ru-RU" dirty="0"/>
              <a:t> </a:t>
            </a:r>
            <a:r>
              <a:rPr lang="ru-RU" dirty="0" err="1"/>
              <a:t>борються</a:t>
            </a:r>
            <a:r>
              <a:rPr lang="ru-RU" dirty="0"/>
              <a:t> за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гігабайт</a:t>
            </a:r>
            <a:r>
              <a:rPr lang="ru-RU" dirty="0"/>
              <a:t> </a:t>
            </a:r>
            <a:r>
              <a:rPr lang="ru-RU" dirty="0" err="1"/>
              <a:t>оперативної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 та </a:t>
            </a:r>
            <a:r>
              <a:rPr lang="ru-RU" dirty="0" err="1"/>
              <a:t>вкладають</a:t>
            </a:r>
            <a:r>
              <a:rPr lang="ru-RU" dirty="0"/>
              <a:t> </a:t>
            </a:r>
            <a:r>
              <a:rPr lang="ru-RU" dirty="0" err="1"/>
              <a:t>колосальні</a:t>
            </a:r>
            <a:r>
              <a:rPr lang="ru-RU" dirty="0"/>
              <a:t> </a:t>
            </a:r>
            <a:r>
              <a:rPr lang="ru-RU" dirty="0" err="1"/>
              <a:t>кошти</a:t>
            </a:r>
            <a:r>
              <a:rPr lang="ru-RU" dirty="0"/>
              <a:t> в </a:t>
            </a:r>
            <a:r>
              <a:rPr lang="ru-RU" dirty="0" err="1"/>
              <a:t>навчання</a:t>
            </a:r>
            <a:r>
              <a:rPr lang="ru-RU" dirty="0"/>
              <a:t> моделей. У 2026 </a:t>
            </a:r>
            <a:r>
              <a:rPr lang="ru-RU" dirty="0" err="1"/>
              <a:t>році</a:t>
            </a:r>
            <a:r>
              <a:rPr lang="ru-RU" dirty="0"/>
              <a:t> ШІ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повсюдним</a:t>
            </a:r>
            <a:r>
              <a:rPr lang="ru-RU" dirty="0"/>
              <a:t>, </a:t>
            </a:r>
            <a:r>
              <a:rPr lang="ru-RU" dirty="0" err="1"/>
              <a:t>інтегруючись</a:t>
            </a:r>
            <a:r>
              <a:rPr lang="ru-RU" dirty="0"/>
              <a:t> у </a:t>
            </a:r>
            <a:r>
              <a:rPr lang="ru-RU" dirty="0" err="1"/>
              <a:t>кожен</a:t>
            </a:r>
            <a:r>
              <a:rPr lang="ru-RU" dirty="0"/>
              <a:t> гаджет.</a:t>
            </a:r>
          </a:p>
          <a:p>
            <a:r>
              <a:rPr lang="ru-RU" dirty="0" err="1"/>
              <a:t>Однак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технологія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доречною</a:t>
            </a:r>
            <a:r>
              <a:rPr lang="ru-RU" dirty="0"/>
              <a:t>. </a:t>
            </a:r>
            <a:r>
              <a:rPr lang="ru-RU" dirty="0" err="1"/>
              <a:t>Найбільший</a:t>
            </a:r>
            <a:r>
              <a:rPr lang="ru-RU" dirty="0"/>
              <a:t> </a:t>
            </a:r>
            <a:r>
              <a:rPr lang="ru-RU" dirty="0" err="1"/>
              <a:t>потенціал</a:t>
            </a:r>
            <a:r>
              <a:rPr lang="ru-RU" dirty="0"/>
              <a:t> я </a:t>
            </a:r>
            <a:r>
              <a:rPr lang="ru-RU" dirty="0" err="1"/>
              <a:t>бачу</a:t>
            </a:r>
            <a:r>
              <a:rPr lang="ru-RU" dirty="0"/>
              <a:t> в </a:t>
            </a:r>
            <a:r>
              <a:rPr lang="ru-RU" dirty="0" err="1"/>
              <a:t>спеціалізованих</a:t>
            </a:r>
            <a:r>
              <a:rPr lang="ru-RU" dirty="0"/>
              <a:t> </a:t>
            </a:r>
            <a:r>
              <a:rPr lang="ru-RU" dirty="0" err="1"/>
              <a:t>пристроях</a:t>
            </a:r>
            <a:r>
              <a:rPr lang="ru-RU" dirty="0"/>
              <a:t>: </a:t>
            </a:r>
            <a:r>
              <a:rPr lang="ru-RU" dirty="0" err="1"/>
              <a:t>розумних</a:t>
            </a:r>
            <a:r>
              <a:rPr lang="ru-RU" dirty="0"/>
              <a:t> диктофонах,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миттєво</a:t>
            </a:r>
            <a:r>
              <a:rPr lang="ru-RU" dirty="0"/>
              <a:t> </a:t>
            </a:r>
            <a:r>
              <a:rPr lang="ru-RU" dirty="0" err="1"/>
              <a:t>транскрибують</a:t>
            </a:r>
            <a:r>
              <a:rPr lang="ru-RU" dirty="0"/>
              <a:t> думки, та колонках,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стають</a:t>
            </a:r>
            <a:r>
              <a:rPr lang="ru-RU" dirty="0"/>
              <a:t> </a:t>
            </a:r>
            <a:r>
              <a:rPr lang="ru-RU" dirty="0" err="1"/>
              <a:t>справжніми</a:t>
            </a:r>
            <a:r>
              <a:rPr lang="ru-RU" dirty="0"/>
              <a:t> </a:t>
            </a:r>
            <a:r>
              <a:rPr lang="ru-RU" dirty="0" err="1"/>
              <a:t>персональними</a:t>
            </a:r>
            <a:r>
              <a:rPr lang="ru-RU" dirty="0"/>
              <a:t> </a:t>
            </a:r>
            <a:r>
              <a:rPr lang="ru-RU" dirty="0" err="1"/>
              <a:t>асистентами</a:t>
            </a:r>
            <a:r>
              <a:rPr lang="ru-RU" dirty="0"/>
              <a:t>. </a:t>
            </a:r>
            <a:r>
              <a:rPr lang="ru-RU" dirty="0" err="1"/>
              <a:t>Яскравим</a:t>
            </a:r>
            <a:r>
              <a:rPr lang="ru-RU" dirty="0"/>
              <a:t> прикладом є </a:t>
            </a:r>
            <a:r>
              <a:rPr lang="ru-RU" dirty="0" err="1"/>
              <a:t>повернення</a:t>
            </a:r>
            <a:r>
              <a:rPr lang="ru-RU" dirty="0"/>
              <a:t> </a:t>
            </a:r>
            <a:r>
              <a:rPr lang="ru-RU" dirty="0" err="1"/>
              <a:t>легендарної</a:t>
            </a:r>
            <a:r>
              <a:rPr lang="ru-RU" dirty="0"/>
              <a:t> </a:t>
            </a:r>
            <a:r>
              <a:rPr lang="ru-RU" dirty="0" err="1"/>
              <a:t>компанії</a:t>
            </a:r>
            <a:r>
              <a:rPr lang="ru-RU" dirty="0"/>
              <a:t> </a:t>
            </a:r>
            <a:r>
              <a:rPr lang="en-US" dirty="0"/>
              <a:t>Pebble, </a:t>
            </a:r>
            <a:r>
              <a:rPr lang="ru-RU" dirty="0"/>
              <a:t>яка </a:t>
            </a:r>
            <a:r>
              <a:rPr lang="ru-RU" dirty="0" err="1"/>
              <a:t>запускає</a:t>
            </a:r>
            <a:r>
              <a:rPr lang="ru-RU" dirty="0"/>
              <a:t> у продаж </a:t>
            </a:r>
            <a:r>
              <a:rPr lang="ru-RU" dirty="0" err="1"/>
              <a:t>розумне</a:t>
            </a:r>
            <a:r>
              <a:rPr lang="ru-RU" dirty="0"/>
              <a:t> </a:t>
            </a:r>
            <a:r>
              <a:rPr lang="ru-RU" dirty="0" err="1"/>
              <a:t>кільце</a:t>
            </a:r>
            <a:r>
              <a:rPr lang="ru-RU" dirty="0"/>
              <a:t> з </a:t>
            </a:r>
            <a:r>
              <a:rPr lang="ru-RU" dirty="0" err="1"/>
              <a:t>вбудованим</a:t>
            </a:r>
            <a:r>
              <a:rPr lang="ru-RU" dirty="0"/>
              <a:t> ШІ.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той </a:t>
            </a:r>
            <a:r>
              <a:rPr lang="ru-RU" dirty="0" err="1"/>
              <a:t>випадок</a:t>
            </a:r>
            <a:r>
              <a:rPr lang="ru-RU" dirty="0"/>
              <a:t>, коли </a:t>
            </a:r>
            <a:r>
              <a:rPr lang="ru-RU" dirty="0" err="1"/>
              <a:t>технологія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невидимою, але максимально </a:t>
            </a:r>
            <a:r>
              <a:rPr lang="ru-RU" dirty="0" err="1"/>
              <a:t>корисною</a:t>
            </a:r>
            <a:r>
              <a:rPr lang="ru-RU" dirty="0"/>
              <a:t> у </a:t>
            </a:r>
            <a:r>
              <a:rPr lang="ru-RU" dirty="0" err="1"/>
              <a:t>повсякденному</a:t>
            </a:r>
            <a:r>
              <a:rPr lang="ru-RU" dirty="0"/>
              <a:t> </a:t>
            </a:r>
            <a:r>
              <a:rPr lang="ru-RU" dirty="0" err="1"/>
              <a:t>житті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3074" name="Picture 2" descr="Індекс гальки 01 - 5">
            <a:extLst>
              <a:ext uri="{FF2B5EF4-FFF2-40B4-BE49-F238E27FC236}">
                <a16:creationId xmlns:a16="http://schemas.microsoft.com/office/drawing/2014/main" id="{7C0F4AB4-D455-419E-9600-1D275A438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35" y="1833283"/>
            <a:ext cx="3630705" cy="363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247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4C05A-2124-4D37-ADF6-01660C35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ШІ в армії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3CAE1A-2B62-432A-A62C-287DCD07FF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62282" y="2550346"/>
            <a:ext cx="624391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Нещодавно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Америці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випустили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реальний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танк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із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вбудованим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ШІ, і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вражає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Раніше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ми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чули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лише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саморобні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турелі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навчені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знаходити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противника та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стріляти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нього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але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були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неофіційні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які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не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застосовувалися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арміях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масово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Кажуть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цей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танк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має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настільки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зручне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керування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навіть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13-річна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дитина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впорається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 ним та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швидко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навчиться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керувати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І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справді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цікаво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не просто концепт, а реальна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бойова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одиниця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тематика зараз буде активно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розвиватись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можливо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ШІ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почнуть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більше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впроваджувати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ППО.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Дуже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хотілося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щоб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майбутньому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воювали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машини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а не люди, і з приходом ШІ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нарешті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стає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можливим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099" name="Picture 3" descr="Розумний» танк з ШІ та вбудованим дроном здатний ефективно знищувати  ворогів (відео)">
            <a:extLst>
              <a:ext uri="{FF2B5EF4-FFF2-40B4-BE49-F238E27FC236}">
                <a16:creationId xmlns:a16="http://schemas.microsoft.com/office/drawing/2014/main" id="{486A9F01-7B74-4FBF-B487-F30DC6453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20" y="3057245"/>
            <a:ext cx="4825158" cy="242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829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EE2B2-B8B2-47DB-B07D-15771B71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Мої побажання 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1806D3-5883-4191-89E0-890C036C6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376" y="2194560"/>
            <a:ext cx="6521824" cy="4024125"/>
          </a:xfrm>
        </p:spPr>
        <p:txBody>
          <a:bodyPr/>
          <a:lstStyle/>
          <a:p>
            <a:r>
              <a:rPr lang="ru-RU" dirty="0"/>
              <a:t>Але </a:t>
            </a:r>
            <a:r>
              <a:rPr lang="ru-RU" dirty="0" err="1"/>
              <a:t>найбільше</a:t>
            </a:r>
            <a:r>
              <a:rPr lang="ru-RU" dirty="0"/>
              <a:t> я б </a:t>
            </a:r>
            <a:r>
              <a:rPr lang="ru-RU" dirty="0" err="1"/>
              <a:t>хотів</a:t>
            </a:r>
            <a:r>
              <a:rPr lang="ru-RU" dirty="0"/>
              <a:t> </a:t>
            </a:r>
            <a:r>
              <a:rPr lang="ru-RU" dirty="0" err="1"/>
              <a:t>побачити</a:t>
            </a:r>
            <a:r>
              <a:rPr lang="ru-RU" dirty="0"/>
              <a:t> </a:t>
            </a:r>
            <a:r>
              <a:rPr lang="ru-RU" dirty="0" err="1"/>
              <a:t>розвиток</a:t>
            </a:r>
            <a:r>
              <a:rPr lang="ru-RU" dirty="0"/>
              <a:t> ШІ </a:t>
            </a:r>
            <a:r>
              <a:rPr lang="ru-RU" dirty="0" err="1"/>
              <a:t>саме</a:t>
            </a:r>
            <a:r>
              <a:rPr lang="ru-RU" dirty="0"/>
              <a:t> в </a:t>
            </a:r>
            <a:r>
              <a:rPr lang="ru-RU" dirty="0" err="1"/>
              <a:t>навчанні</a:t>
            </a:r>
            <a:r>
              <a:rPr lang="ru-RU" dirty="0"/>
              <a:t> людей. </a:t>
            </a:r>
            <a:r>
              <a:rPr lang="ru-RU" dirty="0" err="1"/>
              <a:t>Вже</a:t>
            </a:r>
            <a:r>
              <a:rPr lang="ru-RU" dirty="0"/>
              <a:t> зараз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перепитати</a:t>
            </a:r>
            <a:r>
              <a:rPr lang="ru-RU" dirty="0"/>
              <a:t> ШІ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незрозуміле</a:t>
            </a:r>
            <a:r>
              <a:rPr lang="ru-RU" dirty="0"/>
              <a:t>,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роз'яснить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детально і дешево, але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не </a:t>
            </a:r>
            <a:r>
              <a:rPr lang="ru-RU" dirty="0" err="1"/>
              <a:t>досконало</a:t>
            </a:r>
            <a:r>
              <a:rPr lang="ru-RU" dirty="0"/>
              <a:t>. </a:t>
            </a:r>
            <a:r>
              <a:rPr lang="ru-RU" dirty="0" err="1"/>
              <a:t>Було</a:t>
            </a:r>
            <a:r>
              <a:rPr lang="ru-RU" dirty="0"/>
              <a:t> б у два рази </a:t>
            </a:r>
            <a:r>
              <a:rPr lang="ru-RU" dirty="0" err="1"/>
              <a:t>зручніше</a:t>
            </a:r>
            <a:r>
              <a:rPr lang="ru-RU" dirty="0"/>
              <a:t> </a:t>
            </a:r>
            <a:r>
              <a:rPr lang="ru-RU" dirty="0" err="1"/>
              <a:t>навчатись</a:t>
            </a:r>
            <a:r>
              <a:rPr lang="ru-RU" dirty="0"/>
              <a:t>, </a:t>
            </a:r>
            <a:r>
              <a:rPr lang="ru-RU" dirty="0" err="1"/>
              <a:t>якби</a:t>
            </a:r>
            <a:r>
              <a:rPr lang="ru-RU" dirty="0"/>
              <a:t> </a:t>
            </a:r>
            <a:r>
              <a:rPr lang="ru-RU" dirty="0" err="1"/>
              <a:t>з'явився</a:t>
            </a:r>
            <a:r>
              <a:rPr lang="ru-RU" dirty="0"/>
              <a:t> </a:t>
            </a:r>
            <a:r>
              <a:rPr lang="ru-RU" dirty="0" err="1"/>
              <a:t>спеціальний</a:t>
            </a:r>
            <a:r>
              <a:rPr lang="ru-RU" dirty="0"/>
              <a:t> гаджет — </a:t>
            </a:r>
            <a:r>
              <a:rPr lang="ru-RU" b="1" dirty="0"/>
              <a:t>ШІ-блокнот</a:t>
            </a:r>
            <a:r>
              <a:rPr lang="ru-RU" dirty="0"/>
              <a:t>. У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б </a:t>
            </a:r>
            <a:r>
              <a:rPr lang="ru-RU" dirty="0" err="1"/>
              <a:t>писати</a:t>
            </a:r>
            <a:r>
              <a:rPr lang="ru-RU" dirty="0"/>
              <a:t> </a:t>
            </a:r>
            <a:r>
              <a:rPr lang="ru-RU" dirty="0" err="1"/>
              <a:t>інформацію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малювати</a:t>
            </a:r>
            <a:r>
              <a:rPr lang="ru-RU" dirty="0"/>
              <a:t>, а на </a:t>
            </a:r>
            <a:r>
              <a:rPr lang="ru-RU" dirty="0" err="1"/>
              <a:t>екрані</a:t>
            </a:r>
            <a:r>
              <a:rPr lang="ru-RU" dirty="0"/>
              <a:t> блокнота ШІ </a:t>
            </a:r>
            <a:r>
              <a:rPr lang="ru-RU" dirty="0" err="1"/>
              <a:t>одразу</a:t>
            </a:r>
            <a:r>
              <a:rPr lang="ru-RU" dirty="0"/>
              <a:t> </a:t>
            </a:r>
            <a:r>
              <a:rPr lang="ru-RU" dirty="0" err="1"/>
              <a:t>показував</a:t>
            </a:r>
            <a:r>
              <a:rPr lang="ru-RU" dirty="0"/>
              <a:t> би </a:t>
            </a:r>
            <a:r>
              <a:rPr lang="ru-RU" dirty="0" err="1"/>
              <a:t>детальне</a:t>
            </a:r>
            <a:r>
              <a:rPr lang="ru-RU" dirty="0"/>
              <a:t> </a:t>
            </a:r>
            <a:r>
              <a:rPr lang="ru-RU" dirty="0" err="1"/>
              <a:t>роз'яснення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розв'язок</a:t>
            </a:r>
            <a:r>
              <a:rPr lang="ru-RU" dirty="0"/>
              <a:t> </a:t>
            </a:r>
            <a:r>
              <a:rPr lang="ru-RU" dirty="0" err="1"/>
              <a:t>задачі</a:t>
            </a:r>
            <a:r>
              <a:rPr lang="ru-RU" dirty="0"/>
              <a:t> з </a:t>
            </a:r>
            <a:r>
              <a:rPr lang="ru-RU" dirty="0" err="1"/>
              <a:t>фізики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зробило</a:t>
            </a:r>
            <a:r>
              <a:rPr lang="ru-RU" dirty="0"/>
              <a:t> б </a:t>
            </a:r>
            <a:r>
              <a:rPr lang="ru-RU" dirty="0" err="1"/>
              <a:t>навчання</a:t>
            </a:r>
            <a:r>
              <a:rPr lang="ru-RU" dirty="0"/>
              <a:t> максимально </a:t>
            </a:r>
            <a:r>
              <a:rPr lang="ru-RU" dirty="0" err="1"/>
              <a:t>комфортним</a:t>
            </a:r>
            <a:r>
              <a:rPr lang="ru-RU" dirty="0"/>
              <a:t> та </a:t>
            </a:r>
            <a:r>
              <a:rPr lang="ru-RU" dirty="0" err="1"/>
              <a:t>ефективним</a:t>
            </a:r>
            <a:r>
              <a:rPr lang="ru-RU" dirty="0"/>
              <a:t>.</a:t>
            </a:r>
          </a:p>
        </p:txBody>
      </p:sp>
      <p:pic>
        <p:nvPicPr>
          <p:cNvPr id="5124" name="Picture 4" descr="ШІ для щоденних справ: як безкоштовні сервіси спрощують життя — КУСТ">
            <a:extLst>
              <a:ext uri="{FF2B5EF4-FFF2-40B4-BE49-F238E27FC236}">
                <a16:creationId xmlns:a16="http://schemas.microsoft.com/office/drawing/2014/main" id="{DB923483-226F-4520-A30E-17FB1A1AA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47" y="2690823"/>
            <a:ext cx="4293635" cy="285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451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4EA5F-D347-4D9F-972A-11215CB3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670" y="764373"/>
            <a:ext cx="4818529" cy="5322662"/>
          </a:xfrm>
        </p:spPr>
        <p:txBody>
          <a:bodyPr/>
          <a:lstStyle/>
          <a:p>
            <a:r>
              <a:rPr lang="uk-UA" dirty="0"/>
              <a:t>Дякую за увагу</a:t>
            </a:r>
            <a:endParaRPr lang="ru-RU" dirty="0"/>
          </a:p>
        </p:txBody>
      </p:sp>
      <p:sp>
        <p:nvSpPr>
          <p:cNvPr id="6" name="AutoShape 4" descr="Зображення: ">
            <a:extLst>
              <a:ext uri="{FF2B5EF4-FFF2-40B4-BE49-F238E27FC236}">
                <a16:creationId xmlns:a16="http://schemas.microsoft.com/office/drawing/2014/main" id="{736A3146-61E2-483D-A788-95A2C6CF5B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7976" y="3276600"/>
            <a:ext cx="2940424" cy="294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79C8ADA-6D16-4EAF-837C-44629E1243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5529" y="3276599"/>
            <a:ext cx="2572871" cy="257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52" name="Picture 8" descr="Дякую за увагу. Красиві та щирі слова подяки за увагу в прозі та картинках">
            <a:extLst>
              <a:ext uri="{FF2B5EF4-FFF2-40B4-BE49-F238E27FC236}">
                <a16:creationId xmlns:a16="http://schemas.microsoft.com/office/drawing/2014/main" id="{658A6006-97F9-4B30-95BE-A3518E84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8" y="1607841"/>
            <a:ext cx="5088312" cy="38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635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69</TotalTime>
  <Words>516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След самолета</vt:lpstr>
      <vt:lpstr>ШІ у 2026році</vt:lpstr>
      <vt:lpstr>ШІ у  Геймдеві</vt:lpstr>
      <vt:lpstr>Комфортніший геймінг</vt:lpstr>
      <vt:lpstr>ШІ у житті</vt:lpstr>
      <vt:lpstr>ШІ в армії</vt:lpstr>
      <vt:lpstr>Мої побажання </vt:lpstr>
      <vt:lpstr>Дякую за увагу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ШІ у 2026році</dc:title>
  <dc:creator>Кіріл</dc:creator>
  <cp:lastModifiedBy>Кіріл</cp:lastModifiedBy>
  <cp:revision>7</cp:revision>
  <dcterms:created xsi:type="dcterms:W3CDTF">2026-01-21T20:30:49Z</dcterms:created>
  <dcterms:modified xsi:type="dcterms:W3CDTF">2026-01-21T21:40:40Z</dcterms:modified>
</cp:coreProperties>
</file>